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Connect2Kehilla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2743200" y="1143000"/>
            <a:ext cx="6702552" cy="502920"/>
          </a:xfrm>
          <a:prstGeom prst="roundRect">
            <a:avLst>
              <a:gd name="adj" fmla="val 21818"/>
            </a:avLst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1143000"/>
            <a:ext cx="6702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SMS DIRECTORY FOR KOSHER PHONE USERS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Internet Needed — Just Text What You Need!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286000" y="2331720"/>
            <a:ext cx="7616952" cy="868680"/>
          </a:xfrm>
          <a:prstGeom prst="roundRect">
            <a:avLst>
              <a:gd name="adj" fmla="val 15789"/>
            </a:avLst>
          </a:prstGeom>
          <a:solidFill>
            <a:srgbClr val="0D2847"/>
          </a:solidFill>
          <a:ln w="3175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331720"/>
            <a:ext cx="7616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US NOW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2578608"/>
            <a:ext cx="7616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(888) 516-3399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162F50"/>
          </a:solidFill>
          <a:ln w="12700">
            <a:solidFill>
              <a:srgbClr val="2D5A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862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" y="43159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TXT </a:t>
            </a:r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"plumber 11205"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plumber contacts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Williamsburg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384048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162F50"/>
          </a:solidFill>
          <a:ln w="12700">
            <a:solidFill>
              <a:srgbClr val="2D5A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38862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🏷️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429000" y="43159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TXT </a:t>
            </a:r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"specials williamsburg"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46634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grocery store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 &amp; prices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162F50"/>
          </a:solidFill>
          <a:ln w="12700">
            <a:solidFill>
              <a:srgbClr val="2D5A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8862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🕍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309360" y="43159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TXT </a:t>
            </a:r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"mincha 11225"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46634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minyan times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you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98280" y="384048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162F50"/>
          </a:solidFill>
          <a:ln w="12700">
            <a:solidFill>
              <a:srgbClr val="2D5A8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98280" y="38862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🚗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189720" y="43159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TXT </a:t>
            </a:r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"rent a car"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89720" y="46634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rental options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5577840"/>
            <a:ext cx="12188952" cy="77724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596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17,000+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1520" y="59618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66160" y="5596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🏷️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566160" y="59618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Specials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5596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🕍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400800" y="59618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Minyan Times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235440" y="5596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235440" y="59618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Kosher Phone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English  •  עברית  •  אידיש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0" y="6492240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connect2kehilla.com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148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Connect2Kehilla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Your Business Found by Kosher Phone Users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1325880"/>
            <a:ext cx="7616952" cy="54864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32588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Customers Who CAN'T Google You!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LIST YOUR BUSINESS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📲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51560" y="28620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Search Results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1546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text a keyword → YOUR business shows up instantly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278892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92040" y="28620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Listing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31546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appear FIRST — above all free listings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38160" y="278892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732520" y="28620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Tracking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32520" y="31546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how many customers found you through our service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51560" y="39136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2062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by English, Hebrew &amp; Yiddish speakers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97680" y="384048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892040" y="39136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Kosher Phone Ready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42062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clients don't need internet to find you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384048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388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🏪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732520" y="39136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17,000+ Directory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732520" y="42062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largest kosher phone business directory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5029200"/>
            <a:ext cx="11274552" cy="1005840"/>
          </a:xfrm>
          <a:prstGeom prst="roundRect">
            <a:avLst>
              <a:gd name="adj" fmla="val 10909"/>
            </a:avLst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507492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CUSTOMERS FIND YOU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534924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A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texts: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"plumber Williamsburg"</a:t>
            </a:r>
            <a:pPr algn="ctr" indent="0" marL="0">
              <a:buNone/>
            </a:pPr>
            <a:r>
              <a:rPr lang="en-US" sz="18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➜   </a:t>
            </a:r>
            <a:pPr algn="ctr" indent="0" marL="0">
              <a:buNone/>
            </a:pPr>
            <a:r>
              <a:rPr lang="en-US" sz="1300" dirty="0">
                <a:solidFill>
                  <a:srgbClr val="8EA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get: </a:t>
            </a:r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business name + phone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1520" y="566928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website needed. No app needed. Works on ANY kosher phone.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217920"/>
            <a:ext cx="12188952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21792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 YOUR BUSINESS TODAY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840480" y="621792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F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CALL: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(888) 516-3399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75120" y="621792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F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EMAIL: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list@connect2kehilla.com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509760" y="621792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F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VISIT: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connect2kehilla.com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4785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2026-04-15T03:01:20Z</dcterms:created>
  <dcterms:modified xsi:type="dcterms:W3CDTF">2026-04-15T03:01:20Z</dcterms:modified>
</cp:coreProperties>
</file>